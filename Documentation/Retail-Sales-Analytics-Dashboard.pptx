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Instrument Sans Medium" panose="020B0604020202020204" charset="0"/>
      <p:regular r:id="rId11"/>
    </p:embeddedFont>
    <p:embeddedFont>
      <p:font typeface="Open Sans" panose="020B0606030504020204" pitchFamily="34" charset="0"/>
      <p:regular r:id="rId12"/>
    </p:embeddedFont>
    <p:embeddedFont>
      <p:font typeface="Open Sans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713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0950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Retail Sales Analytics Dashboard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82155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Data Analytics Project using Python, SQL, and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08671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Business Objective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2075631"/>
            <a:ext cx="472276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retail sales performance across regions and time periods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sales trends, seasonality, and growth patterns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regional performance to optimize resource allocation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 customer purchasing behavior and preferences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profitability using data-driven insights and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06687"/>
            <a:ext cx="3053135" cy="17300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9892" y="1565449"/>
            <a:ext cx="475267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99892" y="2061567"/>
            <a:ext cx="4752677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Kaggle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Records: 51,290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Columns: 26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Orders, Customers, Products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Sales, Profit, Order Date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Region, Segment, Category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22078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2189038"/>
            <a:ext cx="472276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Quality Assessment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Missing Value Handling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Duplicate Removal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Type Conversion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Cleaning using Python (Pandas)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65883"/>
            <a:ext cx="3902943" cy="22116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1703561"/>
            <a:ext cx="390294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 Analysis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49701" y="2199680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Regional Sales Analysis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Monthly Sales Trends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Top Customers by Revenue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Category Performance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KPI Calculations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01042"/>
            <a:ext cx="4749180" cy="35870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47567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024339" y="1526456"/>
            <a:ext cx="2628230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Power BI Dashboard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024339" y="2376934"/>
            <a:ext cx="2628230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Dashboard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 Cards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Trend Analysis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Regional Performance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&amp; Category Analysis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73250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Business Insights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2111127"/>
            <a:ext cx="815176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Highest-performing Region: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Central Region generated the highest sales (2.82M).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Best-selling Category: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Technology was the highest-selling category (4.7M).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Most Profitable Segment: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Consumer Segment contributed the highest share of profit (51.06%).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Peak Sales Month(s):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Sales peaked in December, with another strong peak in November.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Business Recommendation: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Increase investment in high-performing regions and Technology products while improving performance in lower-performing regions.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35794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 &amp; Next Steps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802755"/>
            <a:ext cx="472276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Completed an end-to-end Retail Sales Analytics project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Performed data cleaning using Python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Solved business problems using SQL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an interactive Power BI dashboard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Improved analytical and visualization skills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294534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Microsoft Office PowerPoint</Application>
  <PresentationFormat>On-screen Show (16:9)</PresentationFormat>
  <Paragraphs>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Open Sans</vt:lpstr>
      <vt:lpstr>Open Sans Bold</vt:lpstr>
      <vt:lpstr>Instrument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kani mozhi</cp:lastModifiedBy>
  <cp:revision>3</cp:revision>
  <dcterms:created xsi:type="dcterms:W3CDTF">2026-07-24T06:23:48Z</dcterms:created>
  <dcterms:modified xsi:type="dcterms:W3CDTF">2026-07-24T06:27:08Z</dcterms:modified>
</cp:coreProperties>
</file>